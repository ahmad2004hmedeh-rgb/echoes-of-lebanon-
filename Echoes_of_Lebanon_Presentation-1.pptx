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Echoes of Lebanon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Logo Presentation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Echoes of Lebanon represents memory, identity, and cultural resonance.</a:t>
            </a:r>
          </a:p>
          <a:p>
            <a:r>
              <a:t>The design blends nature and sound waves to reflect Lebanon’s voice and heritage.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a_clean_minimalist_logo_design_on_a_light_beige_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Behind the 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Cedar tree: Lebanon’s strength &amp; identity</a:t>
            </a:r>
          </a:p>
          <a:p>
            <a:r>
              <a:t>- Sound waves: voices, memories, echoes of history</a:t>
            </a:r>
          </a:p>
          <a:p>
            <a:r>
              <a:t>- Circular flow: continuity &amp; 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Palette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Earth tones (green &amp; beige)</a:t>
            </a:r>
          </a:p>
          <a:p>
            <a:r>
              <a:t>- Represents nature, peace, and tradition</a:t>
            </a:r>
          </a:p>
          <a:p>
            <a:r>
              <a:t>- Minimalist and elegant aesthetic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Ideal for:</a:t>
            </a:r>
          </a:p>
          <a:p>
            <a:r>
              <a:t>- Cultural projects</a:t>
            </a:r>
          </a:p>
          <a:p>
            <a:r>
              <a:t>- Music or film branding</a:t>
            </a:r>
          </a:p>
          <a:p>
            <a:r>
              <a:t>- Documentaries</a:t>
            </a:r>
          </a:p>
          <a:p>
            <a:r>
              <a:t>- Creative storytelling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